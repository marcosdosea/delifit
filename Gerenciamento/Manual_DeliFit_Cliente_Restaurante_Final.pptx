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3735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2296" cy="685800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173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5A00"/>
                </a:solidFill>
              </a:rPr>
              <a:t> DeliFit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5120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3B22"/>
                </a:solidFill>
              </a:rPr>
              <a:t>Manual de Utilização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14400" y="295351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Guia simples para Cliente e Restaurante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822192"/>
            <a:ext cx="1645920" cy="320040"/>
          </a:xfrm>
          <a:prstGeom prst="roundRect">
            <a:avLst>
              <a:gd name="adj" fmla="val 37143"/>
            </a:avLst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895344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Cliente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3822192"/>
            <a:ext cx="1645920" cy="320040"/>
          </a:xfrm>
          <a:prstGeom prst="roundRect">
            <a:avLst>
              <a:gd name="adj" fmla="val 37143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3895344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Restaurante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03720" y="685800"/>
            <a:ext cx="2834640" cy="5650992"/>
          </a:xfrm>
          <a:prstGeom prst="roundRect">
            <a:avLst>
              <a:gd name="adj" fmla="val 5161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2" name="Image 0" descr="/mnt/data/3d5000b5-ec71-4683-abbf-0c03ad3905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804987"/>
            <a:ext cx="2578608" cy="539432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652760" y="6080760"/>
            <a:ext cx="640080" cy="347472"/>
          </a:xfrm>
          <a:prstGeom prst="roundRect">
            <a:avLst>
              <a:gd name="adj" fmla="val 31579"/>
            </a:avLst>
          </a:prstGeom>
          <a:solidFill>
            <a:srgbClr val="0C3B22"/>
          </a:solidFill>
          <a:ln w="12700">
            <a:solidFill>
              <a:srgbClr val="0C3B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52760" y="6172200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Sobre o DeliFit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103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E9D7"/>
                </a:solidFill>
              </a:rPr>
              <a:t>Visão geral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47572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23317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00"/>
                </a:solidFill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DeliFit — Manual de Utilização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48463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143000"/>
            <a:ext cx="91440" cy="1920240"/>
          </a:xfrm>
          <a:prstGeom prst="rect">
            <a:avLst/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3441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6B2C"/>
                </a:solidFill>
              </a:rPr>
              <a:t>O que é?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41832" y="1709928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O DeliFit conecta clientes a restaurantes com opções saudáveis. O cliente escolhe pratos, acompanha pedidos e avalia a experiência. O restaurante recebe pedidos e gerencia cardápio, horários e relatórios.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4846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83280"/>
            <a:ext cx="91440" cy="214884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5844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5A00"/>
                </a:solidFill>
              </a:rPr>
              <a:t>Sumário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" y="3950208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01 Primeiros passos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02 Cliente — pedidos no DeliFit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03 Restaurante — gestão do negócio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04 Relatórios e avaliações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7452360" y="1005840"/>
            <a:ext cx="2743200" cy="5349240"/>
          </a:xfrm>
          <a:prstGeom prst="roundRect">
            <a:avLst>
              <a:gd name="adj" fmla="val 533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25512" y="1078992"/>
            <a:ext cx="2596896" cy="5202936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0" descr="/mnt/data/a241243c-5cf0-44d6-af56-8f9408617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065" y="1124712"/>
            <a:ext cx="2269790" cy="51114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Primeiros Passos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103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E9D7"/>
                </a:solidFill>
              </a:rPr>
              <a:t>Acesso ao sistema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47572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23317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00"/>
                </a:solidFill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DeliFit — Manual de Utilização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1430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C3B22"/>
                </a:solidFill>
              </a:rPr>
              <a:t>Como fazer login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77240" y="173736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03197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52728" y="1719072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Use o campo “Email ou Telefone”.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52728" y="2176272"/>
            <a:ext cx="6035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39572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61565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52728" y="2377440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Clientes entram com telefone cadastrado.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52728" y="2834640"/>
            <a:ext cx="6035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054096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119933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52728" y="3035808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Restaurantes entram com e-mail.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52728" y="3493008"/>
            <a:ext cx="6035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712464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778301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52728" y="3694176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Marque “Lembrar-me” para facilitar próximos acessos.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252728" y="4151376"/>
            <a:ext cx="6035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370832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436669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52728" y="4352544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Use “Esqueceu sua senha?” para redefinir o acesso.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252728" y="4809744"/>
            <a:ext cx="6035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01000" y="941832"/>
            <a:ext cx="2788920" cy="5440680"/>
          </a:xfrm>
          <a:prstGeom prst="roundRect">
            <a:avLst>
              <a:gd name="adj" fmla="val 5246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74152" y="1014984"/>
            <a:ext cx="2642616" cy="5294376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0" descr="/mnt/data/3d5000b5-ec71-4683-abbf-0c03ad3905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901" y="1060704"/>
            <a:ext cx="2487118" cy="52029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 — Início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103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E9D7"/>
                </a:solidFill>
              </a:rPr>
              <a:t>Explorar restaurantes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47572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23317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00"/>
                </a:solidFill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DeliFit — Manual de Utilização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3B22"/>
                </a:solidFill>
              </a:rPr>
              <a:t>Encontre restaurantes e pratos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173736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03197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52728" y="1719072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Veja restaurantes ativos e o selo aberto/fechado.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52728" y="2176272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39572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61565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52728" y="2377440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Use a busca para encontrar restaurantes ou pratos.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52728" y="2834640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054096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119933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52728" y="3035808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Filtre por categorias como Fitness, Low Carb e Proteico.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52728" y="3493008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712464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778301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52728" y="3694176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Confira pratos em destaque com calorias, proteína e preço.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252728" y="4151376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370832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436669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52728" y="4352544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Acesse o carrinho pelo botão no canto superior.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252728" y="4809744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01000" y="941832"/>
            <a:ext cx="2788920" cy="5440680"/>
          </a:xfrm>
          <a:prstGeom prst="roundRect">
            <a:avLst>
              <a:gd name="adj" fmla="val 5246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74152" y="1014984"/>
            <a:ext cx="2642616" cy="5294376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0" descr="/mnt/data/a241243c-5cf0-44d6-af56-8f9408617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63" y="1060704"/>
            <a:ext cx="2310395" cy="52029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 — Montar Pedido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103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E9D7"/>
                </a:solidFill>
              </a:rPr>
              <a:t>Escolha do prato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47572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23317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00"/>
                </a:solidFill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DeliFit — Manual de Utilização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3B22"/>
                </a:solidFill>
              </a:rPr>
              <a:t>Configure o item antes de adicionar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173736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03197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52728" y="1719072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Toque no prato desejado dentro do restaurante.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52728" y="2176272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39572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61565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52728" y="2377440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Escolha o tamanho, quando houver: P, M ou 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52728" y="2834640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054096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119933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52728" y="3035808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Inclua uma observação opcional para o preparo.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52728" y="3493008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712464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778301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52728" y="3694176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Ajuste a quantidade com “−” e “+”.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252728" y="4151376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370832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436669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52728" y="4352544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Toque em “Adicionar” para enviar o item ao carrinho.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252728" y="4809744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53400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46165" y="5234940"/>
            <a:ext cx="470916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01000" y="941832"/>
            <a:ext cx="2788920" cy="5440680"/>
          </a:xfrm>
          <a:prstGeom prst="roundRect">
            <a:avLst>
              <a:gd name="adj" fmla="val 5246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74152" y="1014984"/>
            <a:ext cx="2642616" cy="5294376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0" descr="/mnt/data/18497fcc-5afb-49cd-8baf-69c2928baf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879" y="1060704"/>
            <a:ext cx="2319162" cy="52029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 — Carrinho e Pagamento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103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E9D7"/>
                </a:solidFill>
              </a:rPr>
              <a:t>Finalizar pedido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47572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23317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00"/>
                </a:solidFill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DeliFit — Manual de Utilização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0058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3B22"/>
                </a:solidFill>
              </a:rPr>
              <a:t>Revise tudo antes de concluir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66037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5568" y="1581912"/>
            <a:ext cx="52578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Confira os itens, quantidades e valores.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15568" y="2039112"/>
            <a:ext cx="5257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21284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78685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" y="2194560"/>
            <a:ext cx="52578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Selecione o endereço de entrega.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15568" y="2651760"/>
            <a:ext cx="5257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825496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91333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" y="2807208"/>
            <a:ext cx="52578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Escolha a forma de pagamento.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15568" y="3264408"/>
            <a:ext cx="5257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438144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03981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" y="3419856"/>
            <a:ext cx="52578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O botão “Fazer Pedido” libera após endereço e pagamento.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15568" y="3877056"/>
            <a:ext cx="5257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315968"/>
            <a:ext cx="5257800" cy="105887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6" name="Shape 24"/>
          <p:cNvSpPr/>
          <p:nvPr/>
        </p:nvSpPr>
        <p:spPr>
          <a:xfrm>
            <a:off x="713232" y="4315968"/>
            <a:ext cx="91440" cy="1058875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4517136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5A00"/>
                </a:solidFill>
              </a:rPr>
              <a:t>Formas de pagamento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9264" y="4882896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• Pix </a:t>
            </a:r>
            <a:r>
              <a:rPr lang="en-US" sz="1230" dirty="0" err="1">
                <a:solidFill>
                  <a:srgbClr val="111827"/>
                </a:solidFill>
              </a:rPr>
              <a:t>ou</a:t>
            </a:r>
            <a:r>
              <a:rPr lang="en-US" sz="1230" dirty="0">
                <a:solidFill>
                  <a:srgbClr val="111827"/>
                </a:solidFill>
              </a:rPr>
              <a:t> </a:t>
            </a:r>
            <a:r>
              <a:rPr lang="en-US" sz="1230" dirty="0" err="1">
                <a:solidFill>
                  <a:srgbClr val="111827"/>
                </a:solidFill>
              </a:rPr>
              <a:t>Dinheiro</a:t>
            </a:r>
            <a:r>
              <a:rPr lang="en-US" sz="1230" dirty="0">
                <a:solidFill>
                  <a:srgbClr val="111827"/>
                </a:solidFill>
              </a:rPr>
              <a:t> </a:t>
            </a:r>
            <a:r>
              <a:rPr lang="en-US" sz="1230" dirty="0" err="1">
                <a:solidFill>
                  <a:srgbClr val="111827"/>
                </a:solidFill>
              </a:rPr>
              <a:t>na</a:t>
            </a:r>
            <a:r>
              <a:rPr lang="en-US" sz="1230" dirty="0">
                <a:solidFill>
                  <a:srgbClr val="111827"/>
                </a:solidFill>
              </a:rPr>
              <a:t> </a:t>
            </a:r>
            <a:r>
              <a:rPr lang="en-US" sz="1230" dirty="0" err="1">
                <a:solidFill>
                  <a:srgbClr val="111827"/>
                </a:solidFill>
              </a:rPr>
              <a:t>entrega</a:t>
            </a:r>
            <a:endParaRPr lang="en-US" sz="1230" dirty="0"/>
          </a:p>
        </p:txBody>
      </p:sp>
      <p:sp>
        <p:nvSpPr>
          <p:cNvPr id="29" name="Shape 27"/>
          <p:cNvSpPr/>
          <p:nvPr/>
        </p:nvSpPr>
        <p:spPr>
          <a:xfrm>
            <a:off x="8001000" y="941832"/>
            <a:ext cx="2788920" cy="5440680"/>
          </a:xfrm>
          <a:prstGeom prst="roundRect">
            <a:avLst>
              <a:gd name="adj" fmla="val 5246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74152" y="1014984"/>
            <a:ext cx="2642616" cy="5294376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0" descr="/mnt/data/0c2e2013-b8db-4356-9a71-67aa9125cb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808" y="1060704"/>
            <a:ext cx="2331304" cy="52029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 — Acompanhar Pedido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103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E9D7"/>
                </a:solidFill>
              </a:rPr>
              <a:t>Status em tempo real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47572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23317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00"/>
                </a:solidFill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DeliFit — Manual de Utilização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0515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3B22"/>
                </a:solidFill>
              </a:rPr>
              <a:t>Entenda a linha do tempo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164592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11757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52728" y="1627632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Em análise: pedido recebido, aguardando preparo.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52728" y="2084832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25856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324405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52728" y="2240280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Aprovado: pedido aceito pelo restaurante.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52728" y="2697480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871216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937053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52728" y="2852928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Em preparo: restaurante preparando os itens.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52728" y="3310128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483864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549701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52728" y="3465576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Enviado: pedido saiu para entrega.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252728" y="3922776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096512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62349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52728" y="4078224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Entregue: pedido concluído.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252728" y="4535424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976148"/>
            <a:ext cx="4220905" cy="508440"/>
          </a:xfrm>
          <a:prstGeom prst="roundRect">
            <a:avLst>
              <a:gd name="adj" fmla="val 12903"/>
            </a:avLst>
          </a:prstGeom>
          <a:solidFill>
            <a:srgbClr val="FFF4E9"/>
          </a:solidFill>
          <a:ln w="12700">
            <a:solidFill>
              <a:srgbClr val="FFD6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51114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5001767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Ao receber, avalie o pedido ou registre problema se necessário.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01000" y="941832"/>
            <a:ext cx="2788920" cy="5440680"/>
          </a:xfrm>
          <a:prstGeom prst="roundRect">
            <a:avLst>
              <a:gd name="adj" fmla="val 5246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74152" y="1014984"/>
            <a:ext cx="2642616" cy="5294376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0" descr="/mnt/data/a65d6e2b-4e06-48cc-b049-d646314f44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41" y="1060704"/>
            <a:ext cx="2293638" cy="52029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 — Avaliar Pedido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103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E9D7"/>
                </a:solidFill>
              </a:rPr>
              <a:t>Feedback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47572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23317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00"/>
                </a:solidFill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DeliFit — Manual de Utilização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1430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3B22"/>
                </a:solidFill>
              </a:rPr>
              <a:t>Sua opinião ajuda o restaurante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178308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48917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52728" y="1764792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Abra o pedido entregue e toque em avaliar.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52728" y="2221992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44144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507285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52728" y="2423160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Escolha uma nota de 1 a 5 estrelas.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52728" y="2880360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099816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165653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52728" y="3081528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Escreva um comentário opcional.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52728" y="3538728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758184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824021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52728" y="3739896"/>
            <a:ext cx="5989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Para problemas, use a opção de reclamação no pedido.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252728" y="4197096"/>
            <a:ext cx="5989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7914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84832" y="4773168"/>
            <a:ext cx="4800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01000" y="941832"/>
            <a:ext cx="2788920" cy="5440680"/>
          </a:xfrm>
          <a:prstGeom prst="roundRect">
            <a:avLst>
              <a:gd name="adj" fmla="val 5246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74152" y="1014984"/>
            <a:ext cx="2642616" cy="5294376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0" descr="/mnt/data/b4d2d8d9-2845-4a9b-b1fb-856b3c20ae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327" y="1060704"/>
            <a:ext cx="2298267" cy="52029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Restaurante — Solicitar Adesão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103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E9D7"/>
                </a:solidFill>
              </a:rPr>
              <a:t>Cadastro de parceiro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47572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23317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00"/>
                </a:solidFill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DeliFit — Manual de Utilização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005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3B22"/>
                </a:solidFill>
              </a:rPr>
              <a:t>Como entrar na plataforma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66037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5568" y="1581912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Na página inicial, entre em “Sou Restaurante”.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15568" y="2039112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21284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78685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" y="219456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Preencha dados do proprietário e do restaurante.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15568" y="2651760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825496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91333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" y="280720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Informe CNPJ, contato e endereço.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15568" y="3264408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438144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03981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" y="3419856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Envie em “Solicitar Adesão”.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15568" y="3877056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050792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116629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5568" y="4032504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Após aprovação, o login chega por e-mail.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115568" y="4489704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1115568"/>
            <a:ext cx="516636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0" name="Image 0" descr="/mnt/data/32d7d093-b532-407d-9ee0-4a2bb7e23d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338661"/>
            <a:ext cx="5020056" cy="41715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Restaurante — Gestor de Pedidos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103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E9D7"/>
                </a:solidFill>
              </a:rPr>
              <a:t>Painel principal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47572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23317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00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DeliFit — Manual de Utilização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960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3B22"/>
                </a:solidFill>
              </a:rPr>
              <a:t>Controle em tempo real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148132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47165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5568" y="146304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Visualize pedidos por status: Recebido, Em preparo e Em entrega.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15568" y="1920240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048256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14093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" y="202996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Use os botões para avançar cada pedido.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15568" y="2487168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615184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81021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" y="2596896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Abra “Ver Detalhes” para conferir itens e endereço.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15568" y="3054096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182112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47949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" y="3163824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Acompanhe finalizados hoje, ativos e tempo médio.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15568" y="3621024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1970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47672" y="4178808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1078992"/>
            <a:ext cx="516636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9" name="Image 0" descr="/mnt/data/6aa41386-8df9-4082-9358-905dadef7d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960201"/>
            <a:ext cx="5020056" cy="29010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Restaurante — Cardápio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103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E9D7"/>
                </a:solidFill>
              </a:rPr>
              <a:t>Itens e pratos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47572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23317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00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DeliFit — Manual de Utilização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960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3B22"/>
                </a:solidFill>
              </a:rPr>
              <a:t>Organize o que aparece para o cliente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74597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5568" y="1490472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Cadastre novo item ou edite um item existente.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15568" y="1947672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12140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87245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" y="210312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Informe nome, descrição e preço.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15568" y="2560320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34056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99893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" y="271576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Marque restrições, categorias e tamanhos.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15568" y="3172968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346704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12541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" y="3328416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Preencha calorias, proteína, carboidrato e gordura.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15568" y="3785616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3799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47672" y="4361688"/>
            <a:ext cx="3657600" cy="4846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1143000"/>
            <a:ext cx="516636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9" name="Image 0" descr="/mnt/data/26ac84da-7adf-41c6-a25f-d04df7db1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376683"/>
            <a:ext cx="5020056" cy="16931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Restaurante — Atendimento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103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E9D7"/>
                </a:solidFill>
              </a:rPr>
              <a:t>Horários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47572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23317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00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DeliFit — Manual de Utilização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960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3B22"/>
                </a:solidFill>
              </a:rPr>
              <a:t>Defina os dias e horários de funcionamento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74597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5568" y="1490472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Ative ou desative cada dia da semana.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15568" y="1947672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12140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87245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" y="210312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Configure horário de abertura e fechamento.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15568" y="2560320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34056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99893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" y="271576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Salve em “Salvar Configuração”.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15568" y="3172968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346704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12541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" y="3328416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Use a listagem para revisar horários cadastrados.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15568" y="3785616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3799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47672" y="43616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1143000"/>
            <a:ext cx="51663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9" name="Image 0" descr="/mnt/data/8781ae4f-86ae-4311-a19d-f68a28a923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414586"/>
            <a:ext cx="5020056" cy="15716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Restaurante — Faturamento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103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E9D7"/>
                </a:solidFill>
              </a:rPr>
              <a:t>Receitas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47572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23317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00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DeliFit — Manual de Utilização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960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3B22"/>
                </a:solidFill>
              </a:rPr>
              <a:t>Acompanhe os resultados do restaurante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74597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5568" y="1490472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Use Data Início e Data Fim para filtrar o período.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15568" y="1947672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12140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87245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" y="210312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Veja total faturado, total de pedidos, dias com pedidos e ticket médio.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15568" y="2560320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8892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54757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" y="2770632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Consulte a receita por dia na tabela inferior.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15568" y="3227832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40156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67405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" y="338328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Essa tela é apenas de consulta.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15568" y="3840480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234440"/>
            <a:ext cx="516636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6" name="Image 0" descr="/mnt/data/b7c4423d-f44e-45e2-b478-44d4ed96f3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314845"/>
            <a:ext cx="5020056" cy="15425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Restaurante — Avaliações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372600" y="21031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E9D7"/>
                </a:solidFill>
              </a:rPr>
              <a:t>Feedback dos clientes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475720" y="164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23317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00"/>
                </a:solidFill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DeliFit — Manual de Utilização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960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3B22"/>
                </a:solidFill>
              </a:rPr>
              <a:t>Leia comentários e acompanhe a nota média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74597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5568" y="1490472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Veja a nota média em destaque no topo.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15568" y="1947672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12140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87245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" y="210312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Pesquise avaliações por nome ou conteúdo.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15568" y="2560320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34056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99893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" y="271576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Use o feedback para ajustar atendimento e pratos.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15568" y="3172968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346704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12541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" y="3328416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Reclamações aparecem sinalizadas quando registradas pelo cliente.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15568" y="3785616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389119"/>
            <a:ext cx="5120640" cy="117347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4389120"/>
            <a:ext cx="91440" cy="1173472"/>
          </a:xfrm>
          <a:prstGeom prst="rect">
            <a:avLst/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45902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6B2C"/>
                </a:solidFill>
              </a:rPr>
              <a:t>Fim do manual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9264" y="49560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Fluxos cobertos: Cliente e Restaurante.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Parte de Administrador removida.</a:t>
            </a:r>
            <a:endParaRPr lang="en-US" sz="1230" dirty="0"/>
          </a:p>
        </p:txBody>
      </p:sp>
      <p:sp>
        <p:nvSpPr>
          <p:cNvPr id="29" name="Shape 27"/>
          <p:cNvSpPr/>
          <p:nvPr/>
        </p:nvSpPr>
        <p:spPr>
          <a:xfrm>
            <a:off x="6355080" y="1143000"/>
            <a:ext cx="516636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0" name="Image 0" descr="/mnt/data/1f3e8225-83af-46d2-8262-488e91bff1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566254"/>
            <a:ext cx="5020056" cy="10396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849</Words>
  <Application>Microsoft Office PowerPoint</Application>
  <PresentationFormat>Widescreen</PresentationFormat>
  <Paragraphs>203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DeliFit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DeliFit - Cliente e Restaurante</dc:title>
  <dc:subject>Manual de Utilização DeliFit</dc:subject>
  <dc:creator>OpenAI</dc:creator>
  <cp:lastModifiedBy>Paulo Henrique</cp:lastModifiedBy>
  <cp:revision>4</cp:revision>
  <dcterms:created xsi:type="dcterms:W3CDTF">2026-08-18T23:28:02Z</dcterms:created>
  <dcterms:modified xsi:type="dcterms:W3CDTF">2026-08-18T23:37:53Z</dcterms:modified>
</cp:coreProperties>
</file>